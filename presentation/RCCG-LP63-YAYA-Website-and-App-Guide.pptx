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thank the church for the time.</a:t>
            </a:r>
          </a:p>
          <a:p>
            <a:r>
              <a:t>Introduce the session in one line: "Today we are going to learn how to use our church</a:t>
            </a:r>
          </a:p>
          <a:p>
            <a:r>
              <a:t>website and our church app so that nobody misses what God is doing among us."</a:t>
            </a:r>
          </a:p>
          <a:p>
            <a:r>
              <a:t>Keep this short - the goal is a friendly, practical demo, not a technical talk.</a:t>
            </a:r>
          </a:p>
          <a:p>
            <a:r>
              <a:t>If there is a projector and internet, have the website open in a browser tab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four short parts, then questions at the end.</a:t>
            </a:r>
          </a:p>
          <a:p>
            <a:r>
              <a:t>Tell them nothing here requires a login, and nothing here costs money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this is about the people, not the software.</a:t>
            </a:r>
          </a:p>
          <a:p>
            <a:r>
              <a:t>Speak to the families, the youth, the elderly, and those who travel or are unwell -</a:t>
            </a:r>
          </a:p>
          <a:p>
            <a:r>
              <a:t>the website and app let them stay part of the church from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it very practical: the website needs no installation, so anyone can start today.</a:t>
            </a:r>
          </a:p>
          <a:p>
            <a:r>
              <a:t>The app is free on Google Play and gives extra things the website cannot do -</a:t>
            </a:r>
          </a:p>
          <a:p>
            <a:r>
              <a:t>the offline Bible and push notifications.</a:t>
            </a:r>
          </a:p>
          <a:p>
            <a:r>
              <a:t>Point out the two QR codes on screen and say: "Scan either one right now if you like."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slowly - some members have never typed a web address.</a:t>
            </a:r>
          </a:p>
          <a:p>
            <a:r>
              <a:t>Say the address out loud twice: "r-c-c-g-l-p-6-3-y-a-y-a dot org dot n-g".</a:t>
            </a:r>
          </a:p>
          <a:p>
            <a:r>
              <a:t>The "Add to Home screen" tip is the most valuable thing on this slide -</a:t>
            </a:r>
          </a:p>
          <a:p>
            <a:r>
              <a:t>show it live on your own phone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internet, open the real website here and scroll it live - it is far more</a:t>
            </a:r>
          </a:p>
          <a:p>
            <a:r>
              <a:t>convincing than a picture.</a:t>
            </a:r>
          </a:p>
          <a:p>
            <a:r>
              <a:t>Point at each section as you name it. Tell them: "If you only remember one thing,</a:t>
            </a:r>
          </a:p>
          <a:p>
            <a:r>
              <a:t>remember that everything starts from this page."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engaging part for the youth - appeal to them directly here.</a:t>
            </a:r>
          </a:p>
          <a:p>
            <a:r>
              <a:t>Explain that reels are vertical short videos, like the ones they already watch,</a:t>
            </a:r>
          </a:p>
          <a:p>
            <a:r>
              <a:t>but with content from their own church.</a:t>
            </a:r>
          </a:p>
          <a:p>
            <a:r>
              <a:t>Encourage them: "When you see something good, share it - that is how we reach others."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them plainly: "If you are not sure whether an event is holding, check the website."</a:t>
            </a:r>
          </a:p>
          <a:p>
            <a:r>
              <a:t>Encourage unit leaders to make sure their programmes are published so the whole</a:t>
            </a:r>
          </a:p>
          <a:p>
            <a:r>
              <a:t>church can see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Testimony opportunity: if someone was blessed by a message they heard again online,</a:t>
            </a:r>
          </a:p>
          <a:p>
            <a:r>
              <a:t>let them say one sentence here.</a:t>
            </a:r>
          </a:p>
          <a:p>
            <a:r>
              <a:t>Remind them that the same sermons are also inside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big one for our members abroad and for those who are sick or nursing a baby.</a:t>
            </a:r>
          </a:p>
          <a:p>
            <a:r>
              <a:t>Mention that the stream works on a normal phone internet connection.</a:t>
            </a:r>
          </a:p>
          <a:p>
            <a:r>
              <a:t>Ask the media team to be sure the live flag is switched on before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Bible here is for quick reading on any device.</a:t>
            </a:r>
          </a:p>
          <a:p>
            <a:r>
              <a:t>For daily reading and listening, the app is better because the Bible works without</a:t>
            </a:r>
          </a:p>
          <a:p>
            <a:r>
              <a:t>internet and can read aloud to you - that is on the app slides coming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someone to type a request today as a demonstration.</a:t>
            </a:r>
          </a:p>
          <a:p>
            <a:r>
              <a:t>Remind them that private requests are seen by the pastoral/prayer team only.</a:t>
            </a:r>
          </a:p>
          <a:p>
            <a:r>
              <a:t>This is a strong point for those who find it hard to speak out in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clear and reassuring: this is the same church account, just a safer and easier way</a:t>
            </a:r>
          </a:p>
          <a:p>
            <a:r>
              <a:t>to give. Mention that records are kept properly by the finance team.</a:t>
            </a:r>
          </a:p>
          <a:p>
            <a:r>
              <a:t>Strongly warn against fraudsters who ask for money into personal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help anyone who travels often or has family elsewhere.</a:t>
            </a:r>
          </a:p>
          <a:p>
            <a:r>
              <a:t>Explain the structure simply: province, then zone, then area, then parish -</a:t>
            </a:r>
          </a:p>
          <a:p>
            <a:r>
              <a:t>so they know where they belong and where they can fellowship.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contact details out loud - someone may want to note them down.</a:t>
            </a:r>
          </a:p>
          <a:p>
            <a:r>
              <a:t>Encourage the congregation to help a first-time visitor by sharing the website.</a:t>
            </a:r>
          </a:p>
          <a:p>
            <a:r>
              <a:t>Mention the newsletter as an option for those who prefer email over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may not apply to everyone - keep it brief.</a:t>
            </a:r>
          </a:p>
          <a:p>
            <a:r>
              <a:t>Speak directly to entrepreneurs, traders and ministry leaders in the house.</a:t>
            </a:r>
          </a:p>
          <a:p>
            <a:r>
              <a:t>Remind them that adverts must be approved by the church before they go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this on your own phone and pass it round if possible.</a:t>
            </a:r>
          </a:p>
          <a:p>
            <a:r>
              <a:t>Say clearly: the app is free, and it is the same church - not a third-party company.</a:t>
            </a:r>
          </a:p>
          <a:p>
            <a:r>
              <a:t>If someone has an iPhone, tell them the website works fully on iPhone and the app is</a:t>
            </a:r>
          </a:p>
          <a:p>
            <a:r>
              <a:t>currently on Google Play for Android.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 simply: "Five buttons at the bottom - that is the whole app."</a:t>
            </a:r>
          </a:p>
          <a:p>
            <a:r>
              <a:t>Home first, then Feed for reels, Bible for the Word, Sermons for messages,</a:t>
            </a:r>
          </a:p>
          <a:p>
            <a:r>
              <a:t>and More for everything else.</a:t>
            </a:r>
          </a:p>
          <a:p>
            <a:r>
              <a:t>Tell them: "If you ever feel lost, just tap Home."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feature that will excite the youth the most.</a:t>
            </a:r>
          </a:p>
          <a:p>
            <a:r>
              <a:t>Invite a young person to demonstrate on their phone for 30 seconds if you can.</a:t>
            </a:r>
          </a:p>
          <a:p>
            <a:r>
              <a:t>Encourage them to follow the church and share reels with their friends.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the church: "Let us read the Bible every day this week."</a:t>
            </a:r>
          </a:p>
          <a:p>
            <a:r>
              <a:t>The offline KJV is a real blessing for those who cannot afford data every day.</a:t>
            </a:r>
          </a:p>
          <a:p>
            <a:r>
              <a:t>Show the audio Bible on your own phone - let them hear it read a verse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this to real people: the student away at school, the nursing mother,</a:t>
            </a:r>
          </a:p>
          <a:p>
            <a:r>
              <a:t>the traveller, the one who is unwell.</a:t>
            </a:r>
          </a:p>
          <a:p>
            <a:r>
              <a:t>Say: "Church is not only a building - it is a family, and this keeps you in the family."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notification point is important - many people install the app but never allow</a:t>
            </a:r>
          </a:p>
          <a:p>
            <a:r>
              <a:t>notifications, then wonder why they hear nothing.</a:t>
            </a:r>
          </a:p>
          <a:p>
            <a:r>
              <a:t>Ask them to check it today: Phone Settings → Apps → CHURCH MEDIA → Notifications → Allow.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them a moment to photograph this slide.</a:t>
            </a:r>
          </a:p>
          <a:p>
            <a:r>
              <a:t>Say: "Everything on this table is free and needs no login, except giving where you</a:t>
            </a:r>
          </a:p>
          <a:p>
            <a:r>
              <a:t>choose your own payment details."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clear, simple ask - three actions, nothing more.</a:t>
            </a:r>
          </a:p>
          <a:p>
            <a:r>
              <a:t>If the church has a projector and internet, ask everyone who can to scan the QR code now</a:t>
            </a:r>
          </a:p>
          <a:p>
            <a:r>
              <a:t>and install the app before they leave the hall.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questions. Have the website open on a phone or laptop so you can</a:t>
            </a:r>
          </a:p>
          <a:p>
            <a:r>
              <a:t>answer live - that is the most powerful moment of the whole session.</a:t>
            </a:r>
          </a:p>
          <a:p>
            <a:r>
              <a:t>If nobody asks, ask them: "Who has already installed the app? Please raise your hand."</a:t>
            </a:r>
          </a:p>
          <a:p>
            <a:r>
              <a:t>Close with prayer.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3611880" cy="6858000"/>
          </a:xfrm>
          <a:prstGeom prst="rect">
            <a:avLst/>
          </a:prstGeom>
          <a:solidFill>
            <a:srgbClr val="14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6576" cy="6858000"/>
          </a:xfrm>
          <a:prstGeom prst="rect">
            <a:avLst/>
          </a:prstGeom>
          <a:solidFill>
            <a:srgbClr val="2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 spc="180">
                <a:solidFill>
                  <a:srgbClr val="E8B95F"/>
                </a:solidFill>
                <a:latin typeface="Segoe UI"/>
              </a:rPr>
              <a:t>RCCG LP63 YAYA  ·  YAYA PROVINCE HEADQUARTERS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4980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200" b="0" i="0">
                <a:solidFill>
                  <a:srgbClr val="F5F2EA"/>
                </a:solidFill>
                <a:latin typeface="Segoe UI"/>
              </a:rPr>
              <a:t>Website &amp;</a:t>
            </a:r>
          </a:p>
          <a:p>
            <a:pPr algn="l">
              <a:lnSpc>
                <a:spcPct val="92000"/>
              </a:lnSpc>
            </a:pPr>
            <a:r>
              <a:rPr sz="5200" b="0" i="0">
                <a:solidFill>
                  <a:srgbClr val="E8B95F"/>
                </a:solidFill>
                <a:latin typeface="Segoe UI"/>
              </a:rPr>
              <a:t>Mobile App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ABA6BE"/>
                </a:solidFill>
                <a:latin typeface="Segoe UI"/>
              </a:rPr>
              <a:t>How to use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1280160" cy="45720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ABA6BE"/>
                </a:solidFill>
                <a:latin typeface="Segoe UI"/>
              </a:rPr>
              <a:t>A simple, guided walkthrough of everything the website and the app can do for you and your family — from reels and sermons to giving and prayer.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Presented in church  ·  </a:t>
            </a:r>
            <a:r>
              <a:rPr sz="1300" b="1" i="0">
                <a:solidFill>
                  <a:srgbClr val="F3D9A0"/>
                </a:solidFill>
                <a:latin typeface="Segoe UI"/>
              </a:rPr>
              <a:t>Sunday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148840"/>
            <a:ext cx="2651760" cy="27432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>
              <a:spcAft>
                <a:spcPts val="600"/>
              </a:spcAft>
            </a:pPr>
            <a:r>
              <a:rPr sz="1050" b="0" i="0" spc="140">
                <a:solidFill>
                  <a:srgbClr val="E8B95F"/>
                </a:solidFill>
                <a:latin typeface="Segoe UI"/>
              </a:rPr>
              <a:t>SCAN TO OPEN</a:t>
            </a:r>
          </a:p>
        </p:txBody>
      </p:sp>
      <p:pic>
        <p:nvPicPr>
          <p:cNvPr id="11" name="Picture 10" descr="qr_web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651760"/>
            <a:ext cx="1920240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98280" y="47091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3D9A0"/>
                </a:solidFill>
                <a:latin typeface="Segoe UI"/>
              </a:rPr>
              <a:t>rccglp63yaya.org.ng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TODAY'S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Four short parts — about 20 minutes, then your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514600" cy="306324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B88A33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5F2EA"/>
                </a:solidFill>
                <a:latin typeface="Segoe UI"/>
              </a:rPr>
              <a:t>Why we built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1965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One church family, connected every day — not only on Sunday.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31720"/>
            <a:ext cx="2514600" cy="306324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6060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B88A33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461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5F2EA"/>
                </a:solidFill>
                <a:latin typeface="Segoe UI"/>
              </a:rPr>
              <a:t>The website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794760"/>
            <a:ext cx="1965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A guided tour of rccglp63yaya.org.ng, page by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31720"/>
            <a:ext cx="2514600" cy="306324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6060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B88A33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461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5F2EA"/>
                </a:solidFill>
                <a:latin typeface="Segoe UI"/>
              </a:rPr>
              <a:t>The 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794760"/>
            <a:ext cx="1965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The CHURCH MEDIA app: reels, Bible, sermons, prayer, alerts.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331720"/>
            <a:ext cx="2514600" cy="306324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6060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B88A33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461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5F2EA"/>
                </a:solidFill>
                <a:latin typeface="Segoe UI"/>
              </a:rPr>
              <a:t>Your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94760"/>
            <a:ext cx="1965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Three simple things to do before you leave today.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Technology is only a tool — the goal is that nobody is left out of the family.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615184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46120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Stay connected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93591"/>
            <a:ext cx="20025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Church life continues after Sunday.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See what God is doing all week long.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7744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0752" y="2615184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246120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Never miss the 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593591"/>
            <a:ext cx="20025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Catch up on any sermon you missed.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Listen again and share with a friend.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7744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9672" y="2615184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246120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Pray &amp; give anywhere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593591"/>
            <a:ext cx="20025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Send a prayer request from home.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Give your tithe and offering securely.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37744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08591" y="2615184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1" y="3246120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Always informed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1" y="3593591"/>
            <a:ext cx="20025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Events, changes and announcements.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Push alerts straight to your phone.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92040"/>
            <a:ext cx="10820095" cy="1051560"/>
          </a:xfrm>
          <a:prstGeom prst="roundRect">
            <a:avLst>
              <a:gd name="adj" fmla="val 6000"/>
            </a:avLst>
          </a:prstGeom>
          <a:solidFill>
            <a:srgbClr val="1C192E"/>
          </a:solidFill>
          <a:ln w="12700">
            <a:solidFill>
              <a:srgbClr val="443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F3D9A0"/>
                </a:solidFill>
                <a:latin typeface="Segoe UI"/>
              </a:rPr>
              <a:t>“However far, however near — there's a seat for you.”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Two ways to meet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Both show the same church content. Use whichever suits you — or both.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5074920" cy="32004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40">
                <a:solidFill>
                  <a:srgbClr val="E8B95F"/>
                </a:solidFill>
                <a:latin typeface="Segoe UI"/>
              </a:rPr>
              <a:t>1.  THE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9923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5F2EA"/>
                </a:solidFill>
                <a:latin typeface="Segoe UI"/>
              </a:rPr>
              <a:t>rccglp63yaya.org.ng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Works on any phone, tablet or computer.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Nothing to install — just open and use.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Best for reading, watching and giving online.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No login needed for anything public.</a:t>
            </a:r>
          </a:p>
        </p:txBody>
      </p:sp>
      <p:pic>
        <p:nvPicPr>
          <p:cNvPr id="11" name="Picture 10" descr="qr_web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4434840"/>
            <a:ext cx="960120" cy="960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2377440"/>
            <a:ext cx="5074920" cy="32004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40">
                <a:solidFill>
                  <a:srgbClr val="E8B95F"/>
                </a:solidFill>
                <a:latin typeface="Segoe UI"/>
              </a:rPr>
              <a:t>2.  THE MOBILE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9923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5F2EA"/>
                </a:solidFill>
                <a:latin typeface="Segoe UI"/>
              </a:rPr>
              <a:t>CHURCH 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2044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Free on Google Play — install once.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Reels, offline Bible and audio Bible.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Push notifications for new content.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Works best for daily use on your phone.</a:t>
            </a:r>
          </a:p>
        </p:txBody>
      </p:sp>
      <p:pic>
        <p:nvPicPr>
          <p:cNvPr id="16" name="Picture 15" descr="qr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4434840"/>
            <a:ext cx="960120" cy="9601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Getting to the website — 3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Nothing to download. Done in under a minute.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459736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5F2EA"/>
                </a:solidFill>
                <a:latin typeface="Segoe UI"/>
              </a:rPr>
              <a:t>Open your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6522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Chrome, Safari, Opera, Edge — whichever is on your phone or computer.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73552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211E36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3447288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564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5F2EA"/>
                </a:solidFill>
                <a:latin typeface="Segoe UI"/>
              </a:rPr>
              <a:t>Type the 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56432"/>
            <a:ext cx="6522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Type  rccglp63yaya.org.ng  in the address bar at the top, then press 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61104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1832" y="4434840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439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5F2EA"/>
                </a:solidFill>
                <a:latin typeface="Segoe UI"/>
              </a:rPr>
              <a:t>Save it for 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443984"/>
            <a:ext cx="6522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Tap the menu ⋮ and choose “Add to Home screen”. It becomes a one-tap icon.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64024"/>
            <a:ext cx="6522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F3D9A0"/>
                </a:solidFill>
                <a:latin typeface="Segoe UI"/>
              </a:rPr>
              <a:t>Tip: the same trick works for the prayer wall and the giving page.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The home page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Everything important is one scroll away.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51206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Welcome banner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BA6BE"/>
                </a:solidFill>
                <a:latin typeface="Segoe UI"/>
              </a:rPr>
              <a:t>Our welcome message, with buttons to plan a visit or watch the feed.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From Our Feed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BA6BE"/>
                </a:solidFill>
                <a:latin typeface="Segoe UI"/>
              </a:rPr>
              <a:t>The newest photos and short reels — swipe through them.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What's Happening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BA6BE"/>
                </a:solidFill>
                <a:latin typeface="Segoe UI"/>
              </a:rPr>
              <a:t>Upcoming events with date, time and venue.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Latest Sermons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BA6BE"/>
                </a:solidFill>
                <a:latin typeface="Segoe UI"/>
              </a:rPr>
              <a:t>The most recent messages, ready to play.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Service Times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BA6BE"/>
                </a:solidFill>
                <a:latin typeface="Segoe UI"/>
              </a:rPr>
              <a:t>Sunday worship, Digging Deep and Faith Clinic.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Get in Touch / Give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BA6BE"/>
                </a:solidFill>
                <a:latin typeface="Segoe UI"/>
              </a:rPr>
              <a:t>Contact us or give your tithe and offering in two taps.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8212" y="2199132"/>
            <a:ext cx="5248656" cy="3311271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40280"/>
            <a:ext cx="5166360" cy="3228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Media Feed &amp; Reels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The life of the church — photos and short videos.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What it is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A scrolling feed of photos and vertical video “reels”.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Moments from worship, youth nights, outreaches and events.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How to use it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Tap Feed in the top menu.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Scroll down to browse, or tap a reel to open it full screen.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Like, comment and save the ones that bless you.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Use the category chips to filter what you see.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D9A0"/>
                </a:solidFill>
                <a:latin typeface="Segoe UI"/>
              </a:rPr>
              <a:t>rccglp63yaya.org.ng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8212" y="2244852"/>
            <a:ext cx="5248656" cy="3311271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6000"/>
            <a:ext cx="5166360" cy="32289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Events — what's happening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The church calendar, always up to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Every programme in one place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Upcoming events with date, time and venue.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Tap any event to open its full details and flyer.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Check here before you travel — times can change.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Who should use it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Everyone — especially units, workers and the youth.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Share an event link with a friend who is not yet with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D9A0"/>
                </a:solidFill>
                <a:latin typeface="Segoe UI"/>
              </a:rPr>
              <a:t>rccglp63yaya.org.ng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8212" y="2244852"/>
            <a:ext cx="5248656" cy="3311271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6000"/>
            <a:ext cx="5166360" cy="32289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Sermons — the Word,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Missed a service? It is waiting for you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What you will find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Audio and video messages from our services.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The speaker, the date and the scripture reference.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Tap a sermon to play it or read its details.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Why it helps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Re-listen to what God said and take notes.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Send a message to someone going through a hard time.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Perfect for those who were absent, travelling or unwell.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D9A0"/>
                </a:solidFill>
                <a:latin typeface="Segoe UI"/>
              </a:rPr>
              <a:t>rccglp63yaya.org.ng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8212" y="2244852"/>
            <a:ext cx="5248656" cy="3311271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serm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6000"/>
            <a:ext cx="5166360" cy="32289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Watch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Join the service from wherever you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When we are live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Open the website and tap “Watch Live Now” on the home page.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The button is shown automatically the moment the stream starts.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Use the Live page any time to see service times.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Catching up later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If you missed it, the message is added to Sermons and Media.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Invite family abroad to join the Sunday service online.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D9A0"/>
                </a:solidFill>
                <a:latin typeface="Segoe UI"/>
              </a:rPr>
              <a:t>rccglp63yaya.org.ng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8212" y="2244852"/>
            <a:ext cx="5248656" cy="3311271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6000"/>
            <a:ext cx="5166360" cy="32289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Bible &amp;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Read the Word, then find anything on the 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00400"/>
            <a:ext cx="46085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Bible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47872"/>
            <a:ext cx="4608575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Open Bible from the main menu.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Read the Scriptures right in your browser.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Jump to any book, chapter or verse.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No sign-up, no cost — open and 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33172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6539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200400"/>
            <a:ext cx="46085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547872"/>
            <a:ext cx="4608575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Look for anything on the website.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Find a sermon, an event or a post by keyword.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Great when you remember a word but not the title.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Reach it from the footer link on any page.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Prayer Wall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We pray for one another — from anywhere in the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00400"/>
            <a:ext cx="46085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Submit a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47872"/>
            <a:ext cx="4608575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Open Prayer from the menu or the footer.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Type your request and send it in.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Choose to keep it private if it is personal.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You do not need an account to send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33172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6539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❤️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200400"/>
            <a:ext cx="46085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Pray for others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547872"/>
            <a:ext cx="4608575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Read the requests others have shared.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Stand in agreement with the church family.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Use it with your unit, family or prayer group.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Prayer requests are monitored by the prayer team.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Giving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Tithes, offerings and pledges — safely and securely.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How to give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Tap “Give” in the menu or “Give Online” on the home page.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Choose what you are giving — tithe, offering, pledge or project.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Pay by card or bank transfer through our secure payment channel.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You receive a confirmation for your records.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Please note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Give only through the official links on our website or app.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Never send money to a personal account that is not 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D9A0"/>
                </a:solidFill>
                <a:latin typeface="Segoe UI"/>
              </a:rPr>
              <a:t>rccglp63yaya.org.ng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8212" y="2244852"/>
            <a:ext cx="5248656" cy="3311271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g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6000"/>
            <a:ext cx="5166360" cy="32289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Find your parish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Our network: Province → Zone → Area → Parish.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Browse the network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Open “Parishes” in the main menu.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Browse from province down to area and parish level.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Select a parish to see its details.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Ideal for members who relocate or travel.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Good for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Finding the nearest parish when you travel.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Inviting someone who lives far from us to their local parish.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Workers who need to see how our network is arranged.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D9A0"/>
                </a:solidFill>
                <a:latin typeface="Segoe UI"/>
              </a:rPr>
              <a:t>rccglp63yaya.org.ng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8212" y="2244852"/>
            <a:ext cx="5248656" cy="3311271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6000"/>
            <a:ext cx="5166360" cy="32289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About, Contact &amp;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Who we are, how to reach us, and how to hear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ℹ️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00400"/>
            <a:ext cx="27340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2EA"/>
                </a:solidFill>
                <a:latin typeface="Segoe UI"/>
              </a:rPr>
              <a:t>About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47872"/>
            <a:ext cx="273405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Our history and message.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What we believe and where we are going.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A good page to send a first-time visitor.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Reached from the About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331720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3659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200400"/>
            <a:ext cx="27340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2EA"/>
                </a:solidFill>
                <a:latin typeface="Segoe UI"/>
              </a:rPr>
              <a:t>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547872"/>
            <a:ext cx="273405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Our phone numbers and email.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Reach the church office directly.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Ask a question or plan a visit.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Perfect for first-time guests.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331720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3135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✉️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200400"/>
            <a:ext cx="27340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2EA"/>
                </a:solidFill>
                <a:latin typeface="Segoe UI"/>
              </a:rPr>
              <a:t>Newsletter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547872"/>
            <a:ext cx="273405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Enter your email in the footer box.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Get updates and announcements by email.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One click to join — no app needed.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Great for parents and workers.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2  · 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Advertise with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A door for businesses and ministries in our church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For business owners and ministries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Show your product, brand or ministry to our church audience.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Choose to appear on the website, in the app, or both.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Send a vertical (9:16) image or short video advert.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Free trial slots are available — a paid premium option exists.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350" b="0" i="0">
                <a:solidFill>
                  <a:srgbClr val="F3D9A0"/>
                </a:solidFill>
                <a:latin typeface="Segoe UI"/>
              </a:rPr>
              <a:t>Already advertising?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Use the Publisher Portal to track views and clicks.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300" b="0" i="0">
                <a:solidFill>
                  <a:srgbClr val="ABA6BE"/>
                </a:solidFill>
                <a:latin typeface="Segoe UI"/>
              </a:rPr>
              <a:t>Request an access link with your email address.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D9A0"/>
                </a:solidFill>
                <a:latin typeface="Segoe UI"/>
              </a:rPr>
              <a:t>rccglp63yaya.org.ng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8212" y="2244852"/>
            <a:ext cx="5248656" cy="3311271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dvert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6000"/>
            <a:ext cx="5166360" cy="32289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3  ·  THE MOBILE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Getting the app — 4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Free on Google Play. Takes two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06039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Open the Play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90087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On your Android phone, tap the Google Play Store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33172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211E36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606039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Find the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90087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Search “CHURCH MEDIA”, or scan the QR code on this slide.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8620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60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Tap Install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4456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It is 100% free. Wait for it to finish, then tap Open.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8620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211E36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160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2EA"/>
                </a:solidFill>
                <a:latin typeface="Segoe UI"/>
              </a:rPr>
              <a:t>Allow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54456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Say “Allow” so you receive our announcements.</a:t>
            </a:r>
          </a:p>
        </p:txBody>
      </p:sp>
      <p:pic>
        <p:nvPicPr>
          <p:cNvPr id="23" name="Picture 22" descr="qr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5349240"/>
            <a:ext cx="1051560" cy="10515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921240" y="553212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3D9A0"/>
                </a:solidFill>
                <a:latin typeface="Segoe UI"/>
              </a:rPr>
              <a:t>Scan to install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BA6BE"/>
                </a:solidFill>
                <a:latin typeface="Segoe UI"/>
              </a:rPr>
              <a:t>Search “CHURCH MEDIA”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3  ·  THE MOBILE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Inside the app — five tabs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The bar at the bottom of the app takes you everywhere.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40280"/>
            <a:ext cx="2286000" cy="3886200"/>
          </a:xfrm>
          <a:prstGeom prst="roundRect">
            <a:avLst>
              <a:gd name="adj" fmla="val 9000"/>
            </a:avLst>
          </a:prstGeom>
          <a:solidFill>
            <a:srgbClr val="262240"/>
          </a:solidFill>
          <a:ln w="19050">
            <a:solidFill>
              <a:srgbClr val="B88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70431" y="2359152"/>
            <a:ext cx="2048256" cy="3648456"/>
          </a:xfrm>
          <a:prstGeom prst="roundRect">
            <a:avLst>
              <a:gd name="adj" fmla="val 7000"/>
            </a:avLst>
          </a:prstGeom>
          <a:solidFill>
            <a:srgbClr val="10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56032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8B95F"/>
                </a:solidFill>
                <a:latin typeface="Segoe UI"/>
              </a:rPr>
              <a:t>CHURCH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8B95F"/>
                </a:solidFill>
                <a:latin typeface="Segoe UI"/>
              </a:rPr>
              <a:t>MEDIA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ABA6BE"/>
                </a:solidFill>
                <a:latin typeface="Segoe UI"/>
              </a:rPr>
              <a:t>RCCG LP63 YAYA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4168" y="3538728"/>
            <a:ext cx="1700784" cy="822960"/>
          </a:xfrm>
          <a:prstGeom prst="roundRect">
            <a:avLst>
              <a:gd name="adj" fmla="val 10000"/>
            </a:avLst>
          </a:prstGeom>
          <a:solidFill>
            <a:srgbClr val="1D1A30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44168" y="4471416"/>
            <a:ext cx="1700784" cy="822960"/>
          </a:xfrm>
          <a:prstGeom prst="roundRect">
            <a:avLst>
              <a:gd name="adj" fmla="val 10000"/>
            </a:avLst>
          </a:prstGeom>
          <a:solidFill>
            <a:srgbClr val="1D1A30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2184" y="3721608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BA6BE"/>
                </a:solidFill>
                <a:latin typeface="Segoe UI"/>
              </a:rPr>
              <a:t>Latest sermons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4654296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BA6BE"/>
                </a:solidFill>
                <a:latin typeface="Segoe UI"/>
              </a:rPr>
              <a:t>Upcoming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650992"/>
            <a:ext cx="4206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F3D9A0"/>
                </a:solidFill>
                <a:latin typeface="Segoe UI"/>
              </a:rPr>
              <a:t>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5650992"/>
            <a:ext cx="4206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BA6BE"/>
                </a:solidFill>
                <a:latin typeface="Segoe UI"/>
              </a:rPr>
              <a:t>Feed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4248" y="5650992"/>
            <a:ext cx="4206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BA6BE"/>
                </a:solidFill>
                <a:latin typeface="Segoe UI"/>
              </a:rPr>
              <a:t>Bible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5650992"/>
            <a:ext cx="4206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BA6BE"/>
                </a:solidFill>
                <a:latin typeface="Segoe UI"/>
              </a:rPr>
              <a:t>Sermons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96" y="5650992"/>
            <a:ext cx="4206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BA6BE"/>
                </a:solidFill>
                <a:latin typeface="Segoe UI"/>
              </a:rPr>
              <a:t>More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2331720"/>
            <a:ext cx="7452360" cy="621792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505456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3D9A0"/>
                </a:solidFill>
                <a:latin typeface="Segoe UI"/>
              </a:rPr>
              <a:t>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514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Service times, latest sermons and quick shortcuts.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3044952"/>
            <a:ext cx="7452360" cy="621792"/>
          </a:xfrm>
          <a:prstGeom prst="roundRect">
            <a:avLst>
              <a:gd name="adj" fmla="val 6000"/>
            </a:avLst>
          </a:prstGeom>
          <a:solidFill>
            <a:srgbClr val="211E36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21868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3D9A0"/>
                </a:solidFill>
                <a:latin typeface="Segoe UI"/>
              </a:rPr>
              <a:t>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322783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Full-screen reels and photos — swipe to browse.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3758183"/>
            <a:ext cx="7452360" cy="621792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931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3D9A0"/>
                </a:solidFill>
                <a:latin typeface="Segoe UI"/>
              </a:rPr>
              <a:t>Bible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941063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Read and listen, even without internet.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4471416"/>
            <a:ext cx="7452360" cy="621792"/>
          </a:xfrm>
          <a:prstGeom prst="roundRect">
            <a:avLst>
              <a:gd name="adj" fmla="val 6000"/>
            </a:avLst>
          </a:prstGeom>
          <a:solidFill>
            <a:srgbClr val="211E36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64515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3D9A0"/>
                </a:solidFill>
                <a:latin typeface="Segoe UI"/>
              </a:rPr>
              <a:t>Sermons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65429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The full message archive on audio and video.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5184648"/>
            <a:ext cx="7452360" cy="621792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5358384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3D9A0"/>
                </a:solidFill>
                <a:latin typeface="Segoe UI"/>
              </a:rPr>
              <a:t>More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36752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Events, Live, Prayer, About, Contact, Give and Search.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3  · 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Reels &amp; Media Feed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Church moments in the format young people already love.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00400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5F2EA"/>
                </a:solidFill>
                <a:latin typeface="Segoe UI"/>
              </a:rPr>
              <a:t>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47872"/>
            <a:ext cx="300837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Swipe up and down for the next reel.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Full-screen, vertical, fast.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Pinned reels appear first.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Photos and videos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3317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8231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❤️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200400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5F2EA"/>
                </a:solidFill>
                <a:latin typeface="Segoe UI"/>
              </a:rPr>
              <a:t>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547872"/>
            <a:ext cx="300837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Like the reels that bless you.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Save them to find later.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Comment and reply, Instagram-style.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See what others are saying.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331720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3135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🏷️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200400"/>
            <a:ext cx="27340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5F2EA"/>
                </a:solidFill>
                <a:latin typeface="Segoe UI"/>
              </a:rPr>
              <a:t>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547872"/>
            <a:ext cx="273405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Use categories to sort content.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Worship, sermon clips, youth and events.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Great for youth and young adults.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New content appears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3  · 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Bible — read and listen, even offline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The strongest reason to install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46888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00400"/>
            <a:ext cx="19568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2EA"/>
                </a:solidFill>
                <a:latin typeface="Segoe UI"/>
              </a:rPr>
              <a:t>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47872"/>
            <a:ext cx="195681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KJV and BBE read fully offline.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No data, no airtime needed.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Perfect in church or while travelling.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Always available on your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31720"/>
            <a:ext cx="246888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075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200400"/>
            <a:ext cx="19568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2EA"/>
                </a:solidFill>
                <a:latin typeface="Segoe UI"/>
              </a:rPr>
              <a:t>Listen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547872"/>
            <a:ext cx="195681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Audio Bible reads to you.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The verse being read is highlighted.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Speed: 0.75x, 1x, 1.25x, 1.5x.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Auto-scroll follows the reading.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31720"/>
            <a:ext cx="246888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967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200400"/>
            <a:ext cx="19568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2EA"/>
                </a:solidFill>
                <a:latin typeface="Segoe UI"/>
              </a:rPr>
              <a:t>Versions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547872"/>
            <a:ext cx="195681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NIV, NLT and NKJV online.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Multi-language support.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Switch version in one tap.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Ideal for study and devotion.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331720"/>
            <a:ext cx="246888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0859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3200400"/>
            <a:ext cx="19568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2EA"/>
                </a:solidFill>
                <a:latin typeface="Segoe UI"/>
              </a:rP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3547872"/>
            <a:ext cx="195681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Search any verse instantly.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The page scrolls straight to it.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No more flipping endlessly.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96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00" b="0" i="0">
                <a:solidFill>
                  <a:srgbClr val="ABA6BE"/>
                </a:solidFill>
                <a:latin typeface="Segoe UI"/>
              </a:rPr>
              <a:t>Use it during service.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3  · 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Sermons, Events &amp;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Everything you would come to church for — in your pocket.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00400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5F2EA"/>
                </a:solidFill>
                <a:latin typeface="Segoe UI"/>
              </a:rPr>
              <a:t>Sermons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47872"/>
            <a:ext cx="300837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Full sermon archive on audio and video.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Speaker, date and scripture included.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Replay and share any message.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Build your own daily listening habit.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3317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8231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🗓️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200400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5F2EA"/>
                </a:solidFill>
                <a:latin typeface="Segoe UI"/>
              </a:rPr>
              <a:t>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547872"/>
            <a:ext cx="300837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Upcoming programmes with full details.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Tap an event for the venue and time.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Plan ahead with your family.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Never hear about an event too late.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331720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3135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200400"/>
            <a:ext cx="27340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5F2EA"/>
                </a:solidFill>
                <a:latin typeface="Segoe UI"/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547872"/>
            <a:ext cx="273405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Watch the service live from the app.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Ideal when you cannot attend.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Share with family far away.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Catch up later in Sermons.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PART 3  · 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Prayer, Giving &amp; Notifications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Stay connected in the moments that matter.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00400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5F2EA"/>
                </a:solidFill>
                <a:latin typeface="Segoe UI"/>
              </a:rPr>
              <a:t>Prayer 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47872"/>
            <a:ext cx="300837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Send a prayer request from your phone.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Public or private - your choice.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Pray for others on the wall.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Open from More → Prayer Wall.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3317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8231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200400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5F2EA"/>
                </a:solidFill>
                <a:latin typeface="Segoe UI"/>
              </a:rPr>
              <a:t>Give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547872"/>
            <a:ext cx="300837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Tithes, offerings and pledges.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Secure payment in a few taps.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Open from More → Give.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Confirmation for your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331720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31352" y="25694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A2542"/>
          </a:solidFill>
          <a:ln w="12700">
            <a:solidFill>
              <a:srgbClr val="4A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900" b="0" i="0">
                <a:solidFill>
                  <a:srgbClr val="E8B95F"/>
                </a:solidFill>
                <a:latin typeface="Segoe UI"/>
              </a:rPr>
              <a:t>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200400"/>
            <a:ext cx="27340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5F2EA"/>
                </a:solidFill>
                <a:latin typeface="Segoe UI"/>
              </a:rPr>
              <a:t>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547872"/>
            <a:ext cx="2734056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Alerts for new posts and events.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Announcements reach you first.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Tap an alert to open the content.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00" b="1">
                <a:solidFill>
                  <a:srgbClr val="E8B95F"/>
                </a:solidFill>
                <a:latin typeface="Segoe UI"/>
              </a:rPr>
              <a:t>•   </a:t>
            </a:r>
            <a:r>
              <a:rPr sz="1250" b="0" i="0">
                <a:solidFill>
                  <a:srgbClr val="ABA6BE"/>
                </a:solidFill>
                <a:latin typeface="Segoe UI"/>
              </a:rPr>
              <a:t>Turn them on in your phone settings.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“Where do I go for…?”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Keep this slide — it answers almost every question.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94560"/>
          <a:ext cx="10820093" cy="362102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923770"/>
                <a:gridCol w="3091455"/>
                <a:gridCol w="3804868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E8B95F"/>
                          </a:solidFill>
                          <a:latin typeface="Segoe UI"/>
                        </a:rPr>
                        <a:t>I want to…</a:t>
                      </a:r>
                    </a:p>
                  </a:txBody>
                  <a:tcPr marL="128016" marR="128016" marT="36576" marB="36576" anchor="ctr">
                    <a:solidFill>
                      <a:srgbClr val="2A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E8B95F"/>
                          </a:solidFill>
                          <a:latin typeface="Segoe UI"/>
                        </a:rPr>
                        <a:t>On the website</a:t>
                      </a:r>
                    </a:p>
                  </a:txBody>
                  <a:tcPr marL="128016" marR="128016" marT="36576" marB="36576" anchor="ctr">
                    <a:solidFill>
                      <a:srgbClr val="2A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E8B95F"/>
                          </a:solidFill>
                          <a:latin typeface="Segoe UI"/>
                        </a:rPr>
                        <a:t>In the app</a:t>
                      </a:r>
                    </a:p>
                  </a:txBody>
                  <a:tcPr marL="128016" marR="128016" marT="36576" marB="36576" anchor="ctr">
                    <a:solidFill>
                      <a:srgbClr val="2A25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 i="0">
                          <a:solidFill>
                            <a:srgbClr val="F5F2EA"/>
                          </a:solidFill>
                          <a:latin typeface="Segoe UI"/>
                        </a:rPr>
                        <a:t>Watch short videos &amp; reels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Feed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Feed tab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 i="0">
                          <a:solidFill>
                            <a:srgbClr val="F5F2EA"/>
                          </a:solidFill>
                          <a:latin typeface="Segoe UI"/>
                        </a:rPr>
                        <a:t>Read the Bible offline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Bible (online only)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Bible tab — KJV/BBE offline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 i="0">
                          <a:solidFill>
                            <a:srgbClr val="F5F2EA"/>
                          </a:solidFill>
                          <a:latin typeface="Segoe UI"/>
                        </a:rPr>
                        <a:t>Read or listen to the Bible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Bible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Bible tab — with audio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 i="0">
                          <a:solidFill>
                            <a:srgbClr val="F5F2EA"/>
                          </a:solidFill>
                          <a:latin typeface="Segoe UI"/>
                        </a:rPr>
                        <a:t>Hear a past sermon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Sermons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Sermons tab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 i="0">
                          <a:solidFill>
                            <a:srgbClr val="F5F2EA"/>
                          </a:solidFill>
                          <a:latin typeface="Segoe UI"/>
                        </a:rPr>
                        <a:t>See upcoming programmes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More → Events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 i="0">
                          <a:solidFill>
                            <a:srgbClr val="F5F2EA"/>
                          </a:solidFill>
                          <a:latin typeface="Segoe UI"/>
                        </a:rPr>
                        <a:t>Watch the service live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Live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More → Live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 i="0">
                          <a:solidFill>
                            <a:srgbClr val="F5F2EA"/>
                          </a:solidFill>
                          <a:latin typeface="Segoe UI"/>
                        </a:rPr>
                        <a:t>Send a prayer request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Prayer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More → Prayer Wall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 i="0">
                          <a:solidFill>
                            <a:srgbClr val="F5F2EA"/>
                          </a:solidFill>
                          <a:latin typeface="Segoe UI"/>
                        </a:rPr>
                        <a:t>Give my tithe or offering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Give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More → Give</a:t>
                      </a:r>
                    </a:p>
                  </a:txBody>
                  <a:tcPr marL="128016" marR="128016" marT="36576" marB="36576" anchor="ctr">
                    <a:solidFill>
                      <a:srgbClr val="211E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 i="0">
                          <a:solidFill>
                            <a:srgbClr val="F5F2EA"/>
                          </a:solidFill>
                          <a:latin typeface="Segoe UI"/>
                        </a:rPr>
                        <a:t>Contact the church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Contact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ABA6BE"/>
                          </a:solidFill>
                          <a:latin typeface="Segoe UI"/>
                        </a:rPr>
                        <a:t>More → Contact</a:t>
                      </a:r>
                    </a:p>
                  </a:txBody>
                  <a:tcPr marL="128016" marR="128016" marT="36576" marB="36576" anchor="ctr">
                    <a:solidFill>
                      <a:srgbClr val="18162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0352"/>
            <a:ext cx="50292" cy="310896"/>
          </a:xfrm>
          <a:prstGeom prst="rect">
            <a:avLst/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30352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 spc="160">
                <a:solidFill>
                  <a:srgbClr val="E8B95F"/>
                </a:solidFill>
                <a:latin typeface="Segoe UI"/>
              </a:rPr>
              <a:t>YOUR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7824"/>
            <a:ext cx="108200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5F2EA"/>
                </a:solidFill>
                <a:latin typeface="Segoe UI"/>
              </a:rPr>
              <a:t>Three things to do this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91056"/>
            <a:ext cx="868680" cy="41148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BA6BE"/>
                </a:solidFill>
                <a:latin typeface="Segoe UI"/>
              </a:rPr>
              <a:t>Small habits that keep you connected to the family.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7452360" cy="9144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52374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78024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F5F2EA"/>
                </a:solidFill>
                <a:latin typeface="Segoe UI"/>
              </a:rPr>
              <a:t>Save the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39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Open rccglp63yaya.org.ng and add it to your home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55848"/>
            <a:ext cx="7452360" cy="914400"/>
          </a:xfrm>
          <a:prstGeom prst="roundRect">
            <a:avLst>
              <a:gd name="adj" fmla="val 6000"/>
            </a:avLst>
          </a:prstGeom>
          <a:solidFill>
            <a:srgbClr val="211E36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354787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02152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F5F2EA"/>
                </a:solidFill>
                <a:latin typeface="Segoe UI"/>
              </a:rPr>
              <a:t>Install the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58768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Search “CHURCH MEDIA” on Google Play and tap Install.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79976"/>
            <a:ext cx="7452360" cy="9144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1832" y="4572000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E8B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2000" b="0" i="0">
                <a:solidFill>
                  <a:srgbClr val="0E0D18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2628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F5F2EA"/>
                </a:solidFill>
                <a:latin typeface="Segoe UI"/>
              </a:rPr>
              <a:t>Turn on notifications — and invite someone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82896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A6BE"/>
                </a:solidFill>
                <a:latin typeface="Segoe UI"/>
              </a:rPr>
              <a:t>Allow alerts, then share the website with one person who was not here today.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331720"/>
            <a:ext cx="2926080" cy="3255264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5420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140">
                <a:solidFill>
                  <a:srgbClr val="E8B95F"/>
                </a:solidFill>
                <a:latin typeface="Segoe UI"/>
              </a:rPr>
              <a:t>SCAN &amp; GO</a:t>
            </a:r>
          </a:p>
        </p:txBody>
      </p:sp>
      <p:pic>
        <p:nvPicPr>
          <p:cNvPr id="21" name="Picture 20" descr="qr_web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2944368"/>
            <a:ext cx="1207008" cy="1207008"/>
          </a:xfrm>
          <a:prstGeom prst="rect">
            <a:avLst/>
          </a:prstGeom>
        </p:spPr>
      </p:pic>
      <p:pic>
        <p:nvPicPr>
          <p:cNvPr id="22" name="Picture 21" descr="qr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2944368"/>
            <a:ext cx="1207008" cy="12070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224528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3D9A0"/>
                </a:solidFill>
                <a:latin typeface="Segoe UI"/>
              </a:rPr>
              <a:t>Website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3264" y="4224528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3D9A0"/>
                </a:solidFill>
                <a:latin typeface="Segoe UI"/>
              </a:rPr>
              <a:t>The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626864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ABA6BE"/>
                </a:solidFill>
                <a:latin typeface="Segoe UI"/>
              </a:rPr>
              <a:t>Scan one now and follow along with us this morning.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309360"/>
            <a:ext cx="10820095" cy="10972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E6988"/>
                </a:solidFill>
                <a:latin typeface="Segoe UI"/>
              </a:rPr>
              <a:t>RCCG LP63 YAYA  ·  Website &amp; Mobile App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495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88A33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88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0" i="0">
                <a:solidFill>
                  <a:srgbClr val="F5F2EA"/>
                </a:solidFill>
                <a:latin typeface="Segoe UI"/>
              </a:rPr>
              <a:t>Thank you</a:t>
            </a:r>
          </a:p>
          <a:p>
            <a:pPr algn="ctr">
              <a:spcBef>
                <a:spcPts val="600"/>
              </a:spcBef>
            </a:pPr>
            <a:r>
              <a:rPr sz="2000" b="0" i="0">
                <a:solidFill>
                  <a:srgbClr val="E8B95F"/>
                </a:solidFill>
                <a:latin typeface="Segoe UI"/>
              </a:rPr>
              <a:t>Questions &amp;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10360152" cy="18288"/>
          </a:xfrm>
          <a:prstGeom prst="rect">
            <a:avLst/>
          </a:prstGeom>
          <a:solidFill>
            <a:srgbClr val="353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601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400"/>
              </a:spcAft>
            </a:pPr>
            <a:r>
              <a:rPr sz="1900" b="0" i="1">
                <a:solidFill>
                  <a:srgbClr val="F3D9A0"/>
                </a:solidFill>
                <a:latin typeface="Segoe UI"/>
              </a:rPr>
              <a:t>“However far, however near — there's a seat for you.”</a:t>
            </a:r>
          </a:p>
          <a:p>
            <a:pPr algn="ctr"/>
            <a:r>
              <a:rPr sz="1450" b="0" i="0">
                <a:solidFill>
                  <a:srgbClr val="F5F2EA"/>
                </a:solidFill>
                <a:latin typeface="Segoe UI"/>
              </a:rPr>
              <a:t>rccglp63yaya.org.ng   ·   CHURCH MEDIA on Google Play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ABA6BE"/>
                </a:solidFill>
                <a:latin typeface="Segoe UI"/>
              </a:rPr>
              <a:t>admin@rccglp63yaya.org.ng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ABA6BE"/>
                </a:solidFill>
                <a:latin typeface="Segoe UI"/>
              </a:rPr>
              <a:t>+234 817 812 4518 · +234 806 067 5824 · +234 811 987 1010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623560"/>
            <a:ext cx="10360152" cy="685800"/>
          </a:xfrm>
          <a:prstGeom prst="roundRect">
            <a:avLst>
              <a:gd name="adj" fmla="val 6000"/>
            </a:avLst>
          </a:prstGeom>
          <a:solidFill>
            <a:srgbClr val="181628"/>
          </a:solidFill>
          <a:ln w="12700">
            <a:solidFill>
              <a:srgbClr val="353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2412" bIns="102412"/>
          <a:lstStyle/>
          <a:p>
            <a:pPr algn="ctr"/>
            <a:r>
              <a:rPr sz="1250" b="0" i="0">
                <a:solidFill>
                  <a:srgbClr val="ABA6BE"/>
                </a:solidFill>
                <a:latin typeface="Segoe UI"/>
              </a:rPr>
              <a:t>Sunday Worship 9:00–11:30 AM   ·   Digging Deep (Tue) 5:00–6:00 PM   ·   Faith Clinic 5:00–6:00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RCCG LP63 YAYA — Website &amp; Mobile App Guide</dc:title>
  <dc:subject>How to use the church website and mobile app</dc:subject>
  <dc:creator>RCCG LP63 YAYA Media Team</dc:creator>
  <cp:keywords/>
  <dc:description>Presented in church. Website: rccglp63yaya.org.ng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
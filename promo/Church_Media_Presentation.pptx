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61326"/>
          </a:solidFill>
          <a:ln w="19050">
            <a:solidFill>
              <a:srgbClr val="E8B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D38F"/>
                </a:solidFill>
              </a:defRPr>
            </a:pPr>
            <a:r>
              <a:t>CHURCH MEDIA MANAGEMENT SYSTEM</a:t>
            </a:r>
          </a:p>
          <a:p>
            <a:pPr algn="ctr">
              <a:spcBef>
                <a:spcPts val="1600"/>
              </a:spcBef>
              <a:defRPr sz="3200" b="1">
                <a:solidFill>
                  <a:srgbClr val="FFFFFF"/>
                </a:solidFill>
              </a:defRPr>
            </a:pPr>
            <a:r>
              <a:t>Connecting Our Ministry Across Website &amp; Mobile App</a:t>
            </a:r>
          </a:p>
          <a:p>
            <a:pPr algn="ctr">
              <a:spcBef>
                <a:spcPts val="2000"/>
              </a:spcBef>
              <a:defRPr sz="1800">
                <a:solidFill>
                  <a:srgbClr val="DCD8F2"/>
                </a:solidFill>
              </a:defRPr>
            </a:pPr>
            <a:r>
              <a:t>Official Presentation for Church Service &amp; Meeting</a:t>
            </a:r>
          </a:p>
          <a:p>
            <a:pPr algn="ctr">
              <a:spcBef>
                <a:spcPts val="2400"/>
              </a:spcBef>
              <a:defRPr sz="1300">
                <a:solidFill>
                  <a:srgbClr val="9B96BC"/>
                </a:solidFill>
              </a:defRPr>
            </a:pPr>
            <a:r>
              <a:t>Available on Google Play &amp; Web • Full Reel Feed • Offline Bible • Live Stream • Online Giving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D38F"/>
                </a:solidFill>
              </a:defRPr>
            </a:pPr>
            <a:r>
              <a:t>OVERVIEW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 Digital Ministry Without Walls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🎯 Why We Built This System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Unified Digital Hub: </a:t>
            </a:r>
            <a:r>
              <a:rPr sz="1300">
                <a:solidFill>
                  <a:srgbClr val="DCD8F2"/>
                </a:solidFill>
              </a:rPr>
              <a:t>One platform connecting our website, Android Mobile App, and parish network.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Reaching Every Generation: </a:t>
            </a:r>
            <a:r>
              <a:rPr sz="1300">
                <a:solidFill>
                  <a:srgbClr val="DCD8F2"/>
                </a:solidFill>
              </a:rPr>
              <a:t>Engaging youth, families, and global members through interactive media reels.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Seamless Accessibility: </a:t>
            </a:r>
            <a:r>
              <a:rPr sz="1300">
                <a:solidFill>
                  <a:srgbClr val="DCD8F2"/>
                </a:solidFill>
              </a:rPr>
              <a:t>Instant access to live broadcasts, sermon audio, events, and offline scripture.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Parish &amp; Province Network: </a:t>
            </a:r>
            <a:r>
              <a:rPr sz="1300">
                <a:solidFill>
                  <a:srgbClr val="DCD8F2"/>
                </a:solidFill>
              </a:rPr>
              <a:t>Multi-unit support connecting Province, Zone, Area, and Parish churches.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📱 Website &amp; Mobile App Highlights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Mobile App on Google Play: </a:t>
            </a:r>
            <a:r>
              <a:rPr sz="1300">
                <a:solidFill>
                  <a:srgbClr val="DCD8F2"/>
                </a:solidFill>
              </a:rPr>
              <a:t>Download directly on Android phones for notifications &amp; offline Bible.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Full-Screen Vertical Reels: </a:t>
            </a:r>
            <a:r>
              <a:rPr sz="1300">
                <a:solidFill>
                  <a:srgbClr val="DCD8F2"/>
                </a:solidFill>
              </a:rPr>
              <a:t>Swipeable 9:16 reels for worship, sermons, and testimony clips.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Voice-Assisted Audio Bible: </a:t>
            </a:r>
            <a:r>
              <a:rPr sz="1300">
                <a:solidFill>
                  <a:srgbClr val="DCD8F2"/>
                </a:solidFill>
              </a:rPr>
              <a:t>Listen to scripture with verse-by-verse audio and active highlighting.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Online Giving &amp; Ad Manager: </a:t>
            </a:r>
            <a:r>
              <a:rPr sz="1300">
                <a:solidFill>
                  <a:srgbClr val="DCD8F2"/>
                </a:solidFill>
              </a:rPr>
              <a:t>Pay tithes/offerings online or place vertical ads to reach our audience.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D38F"/>
                </a:solidFill>
              </a:defRPr>
            </a:pPr>
            <a:r>
              <a:t>CORE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Full-Screen Media Reels &amp; Feed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E8B95F"/>
                </a:solidFill>
              </a:defRPr>
            </a:pPr>
            <a:r>
              <a:t>🎬 Swipeable 9:16 Reels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Vertical Video Format: </a:t>
            </a:r>
            <a:r>
              <a:rPr sz="1200">
                <a:solidFill>
                  <a:srgbClr val="DCD8F2"/>
                </a:solidFill>
              </a:rPr>
              <a:t>Designed for immersive mobile viewing just like Reels &amp; TikTok.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Category Filtering: </a:t>
            </a:r>
            <a:r>
              <a:rPr sz="1200">
                <a:solidFill>
                  <a:srgbClr val="DCD8F2"/>
                </a:solidFill>
              </a:rPr>
              <a:t>Browse by Worship, Sermon Clip, Youth, Testimony, or Events.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Instant Streaming: </a:t>
            </a:r>
            <a:r>
              <a:rPr sz="1200">
                <a:solidFill>
                  <a:srgbClr val="DCD8F2"/>
                </a:solidFill>
              </a:rPr>
              <a:t>Videos play instantly on both web and mobile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E8B95F"/>
                </a:solidFill>
              </a:defRPr>
            </a:pPr>
            <a:r>
              <a:t>💬 Interactive Engagement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Likes &amp; Saves: </a:t>
            </a:r>
            <a:r>
              <a:rPr sz="1200">
                <a:solidFill>
                  <a:srgbClr val="DCD8F2"/>
                </a:solidFill>
              </a:rPr>
              <a:t>Visitors can like and bookmark favorite ministry moments.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Instagram-Style Comments: </a:t>
            </a:r>
            <a:r>
              <a:rPr sz="1200">
                <a:solidFill>
                  <a:srgbClr val="DCD8F2"/>
                </a:solidFill>
              </a:rPr>
              <a:t>Threaded comment replies with emoji picker and image attachments.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Community Shield: </a:t>
            </a:r>
            <a:r>
              <a:rPr sz="1200">
                <a:solidFill>
                  <a:srgbClr val="DCD8F2"/>
                </a:solidFill>
              </a:rPr>
              <a:t>Rate-limited submission prevents spam.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28416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E8B95F"/>
                </a:solidFill>
              </a:defRPr>
            </a:pPr>
            <a:r>
              <a:t>📌 Pinned Featured Reels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Top Priority: </a:t>
            </a:r>
            <a:r>
              <a:rPr sz="1200">
                <a:solidFill>
                  <a:srgbClr val="DCD8F2"/>
                </a:solidFill>
              </a:rPr>
              <a:t>Church leaders can pin up to 3 featured reels per church.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Auto-Expiry: </a:t>
            </a:r>
            <a:r>
              <a:rPr sz="1200">
                <a:solidFill>
                  <a:srgbClr val="DCD8F2"/>
                </a:solidFill>
              </a:rPr>
              <a:t>Pinned posts stay featured for 3 days automatically.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Multi-Level Rollup: </a:t>
            </a:r>
            <a:r>
              <a:rPr sz="1200">
                <a:solidFill>
                  <a:srgbClr val="DCD8F2"/>
                </a:solidFill>
              </a:rPr>
              <a:t>Pins surface on local Parish, Zone, Province, and main Feed.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D38F"/>
                </a:solidFill>
              </a:defRPr>
            </a:pPr>
            <a:r>
              <a:t>SPIRITUAL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Holy Bible &amp; Voice-Assisted Audio Reader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🔊 Voice Reading &amp; TTS Audio Player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Listen to Any Chapter: </a:t>
            </a:r>
            <a:r>
              <a:rPr sz="1300">
                <a:solidFill>
                  <a:srgbClr val="DCD8F2"/>
                </a:solidFill>
              </a:rPr>
              <a:t>Integrated Web Speech API reads scripture aloud with natural voice synthesis.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Active Verse Highlighting: </a:t>
            </a:r>
            <a:r>
              <a:rPr sz="1300">
                <a:solidFill>
                  <a:srgbClr val="DCD8F2"/>
                </a:solidFill>
              </a:rPr>
              <a:t>Highlights each verse in real-time as it is spoken.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Auto-Scrolling: </a:t>
            </a:r>
            <a:r>
              <a:rPr sz="1300">
                <a:solidFill>
                  <a:srgbClr val="DCD8F2"/>
                </a:solidFill>
              </a:rPr>
              <a:t>Automatically scrolls down the chapter so you can read along effortlessly.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Speed Control: </a:t>
            </a:r>
            <a:r>
              <a:rPr sz="1300">
                <a:solidFill>
                  <a:srgbClr val="DCD8F2"/>
                </a:solidFill>
              </a:rPr>
              <a:t>Adjust playback speed from 0.75x, 1.0x, 1.25x to 1.5x for personal study.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📚 Translations &amp; Offline Study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100% Offline Versions: </a:t>
            </a:r>
            <a:r>
              <a:rPr sz="1300">
                <a:solidFill>
                  <a:srgbClr val="DCD8F2"/>
                </a:solidFill>
              </a:rPr>
              <a:t>King James Version (KJV) and Bible in Basic English (BBE) work completely offline on mobile.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Modern Translations: </a:t>
            </a:r>
            <a:r>
              <a:rPr sz="1300">
                <a:solidFill>
                  <a:srgbClr val="DCD8F2"/>
                </a:solidFill>
              </a:rPr>
              <a:t>Access NIV, NLT, NKJV, and multi-language translations online.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Verse Search &amp; Jump: </a:t>
            </a:r>
            <a:r>
              <a:rPr sz="1300">
                <a:solidFill>
                  <a:srgbClr val="DCD8F2"/>
                </a:solidFill>
              </a:rPr>
              <a:t>Type a verse or keyword and jump straight to the exact passage.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Chapter Navigation: </a:t>
            </a:r>
            <a:r>
              <a:rPr sz="1300">
                <a:solidFill>
                  <a:srgbClr val="DCD8F2"/>
                </a:solidFill>
              </a:rPr>
              <a:t>Easily switch books, chapters, and testaments with one tap.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D38F"/>
                </a:solidFill>
              </a:defRPr>
            </a:pPr>
            <a:r>
              <a:t>GLOBAL LEADERSHIP &amp; BROADCASTS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G.O. Declaration &amp; Live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E8B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✨ General Overseer (G.O.) Declaration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3D38F"/>
                </a:solidFill>
              </a:rPr>
              <a:t>• Prophetic Word Banner: </a:t>
            </a:r>
            <a:r>
              <a:rPr sz="1300">
                <a:solidFill>
                  <a:srgbClr val="DCD8F2"/>
                </a:solidFill>
              </a:rPr>
              <a:t>Displays the General Overseer's theme and annual prophetic declaration prominently.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3D38F"/>
                </a:solidFill>
              </a:rPr>
              <a:t>• Marquee or Static Mode: </a:t>
            </a:r>
            <a:r>
              <a:rPr sz="1300">
                <a:solidFill>
                  <a:srgbClr val="DCD8F2"/>
                </a:solidFill>
              </a:rPr>
              <a:t>Super admin can choose an animated scrolling marquee or a bold fixed top banner.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3D38F"/>
                </a:solidFill>
              </a:rPr>
              <a:t>• Site-Wide Visibility: </a:t>
            </a:r>
            <a:r>
              <a:rPr sz="1300">
                <a:solidFill>
                  <a:srgbClr val="DCD8F2"/>
                </a:solidFill>
              </a:rPr>
              <a:t>Positioned at the top of every page so members never miss spiritual direction.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📹 Live Broadcasts &amp; Sermon Archive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3D38F"/>
                </a:solidFill>
              </a:rPr>
              <a:t>• Live Stream Badge: </a:t>
            </a:r>
            <a:r>
              <a:rPr sz="1300">
                <a:solidFill>
                  <a:srgbClr val="DCD8F2"/>
                </a:solidFill>
              </a:rPr>
              <a:t>Displays a pulsing 'LIVE' badge when Sunday or midweek services are broadcasting.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3D38F"/>
                </a:solidFill>
              </a:rPr>
              <a:t>• Embedded YouTube Live: </a:t>
            </a:r>
            <a:r>
              <a:rPr sz="1300">
                <a:solidFill>
                  <a:srgbClr val="DCD8F2"/>
                </a:solidFill>
              </a:rPr>
              <a:t>Watch live service broadcasts directly inside the website or mobile app.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3D38F"/>
                </a:solidFill>
              </a:rPr>
              <a:t>• Sermon Library: </a:t>
            </a:r>
            <a:r>
              <a:rPr sz="1300">
                <a:solidFill>
                  <a:srgbClr val="DCD8F2"/>
                </a:solidFill>
              </a:rPr>
              <a:t>Browse past sermon recordings, audio mp3 downloads, speaker details, and scripture refs.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D38F"/>
                </a:solidFill>
              </a:defRPr>
            </a:pPr>
            <a:r>
              <a:t>GENEROSITY &amp;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Online Giving &amp; Parish Directory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💳 Secure Online Giving &amp; Tithes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Multiple Giving Categories: </a:t>
            </a:r>
            <a:r>
              <a:rPr sz="1300">
                <a:solidFill>
                  <a:srgbClr val="DCD8F2"/>
                </a:solidFill>
              </a:rPr>
              <a:t>Tithes, Offerings, Building Fund, Special Seed, and Missions.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Payhub Gateway Integration: </a:t>
            </a:r>
            <a:r>
              <a:rPr sz="1300">
                <a:solidFill>
                  <a:srgbClr val="DCD8F2"/>
                </a:solidFill>
              </a:rPr>
              <a:t>Instant, secure online card &amp; bank checkout.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Manual Bank Transfer Option: </a:t>
            </a:r>
            <a:r>
              <a:rPr sz="1300">
                <a:solidFill>
                  <a:srgbClr val="DCD8F2"/>
                </a:solidFill>
              </a:rPr>
              <a:t>Upload proof of bank transfer receipt for verification by finance team.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Financial Audit Reports: </a:t>
            </a:r>
            <a:r>
              <a:rPr sz="1300">
                <a:solidFill>
                  <a:srgbClr val="DCD8F2"/>
                </a:solidFill>
              </a:rPr>
              <a:t>Admin dashboard for tracking completed, pending, and verified donations.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🏛️ Multi-Unit Church Directory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3D38F"/>
                </a:solidFill>
              </a:rPr>
              <a:t>• Organisational Hierarchy: </a:t>
            </a:r>
            <a:r>
              <a:rPr sz="1300">
                <a:solidFill>
                  <a:srgbClr val="DCD8F2"/>
                </a:solidFill>
              </a:rPr>
              <a:t>Province → Zone → Area → Parish structure.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3D38F"/>
                </a:solidFill>
              </a:rPr>
              <a:t>• Dedicated Parish Pages: </a:t>
            </a:r>
            <a:r>
              <a:rPr sz="1300">
                <a:solidFill>
                  <a:srgbClr val="DCD8F2"/>
                </a:solidFill>
              </a:rPr>
              <a:t>Each parish has its own page, service schedule, leadership team, and media.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3D38F"/>
                </a:solidFill>
              </a:rPr>
              <a:t>• Parish Registration: </a:t>
            </a:r>
            <a:r>
              <a:rPr sz="1300">
                <a:solidFill>
                  <a:srgbClr val="DCD8F2"/>
                </a:solidFill>
              </a:rPr>
              <a:t>New parishes can register online for super-admin approval and corporate email setup.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D38F"/>
                </a:solidFill>
              </a:defRPr>
            </a:pPr>
            <a:r>
              <a:t>MONETIZATION &amp; OUTREACH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9:16 Vertical Advertising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📢 Advert Placement (/advertise)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Vertical 9:16 Format: </a:t>
            </a:r>
            <a:r>
              <a:rPr sz="1300">
                <a:solidFill>
                  <a:srgbClr val="DCD8F2"/>
                </a:solidFill>
              </a:rPr>
              <a:t>Advertisers submit vertical images or video clips automatically cropped to 1080x1920.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Targeting Options: </a:t>
            </a:r>
            <a:r>
              <a:rPr sz="1300">
                <a:solidFill>
                  <a:srgbClr val="DCD8F2"/>
                </a:solidFill>
              </a:rPr>
              <a:t>Choose display on Website, Mobile App, or Both.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Flexible Packages: </a:t>
            </a:r>
            <a:r>
              <a:rPr sz="1300">
                <a:solidFill>
                  <a:srgbClr val="DCD8F2"/>
                </a:solidFill>
              </a:rPr>
              <a:t>Preset duration packages set by super admin (e.g. 7 Days, 14 Days, 30 Days).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Display Frequency: </a:t>
            </a:r>
            <a:r>
              <a:rPr sz="1300">
                <a:solidFill>
                  <a:srgbClr val="DCD8F2"/>
                </a:solidFill>
              </a:rPr>
              <a:t>Control ad appearance frequency (every 5m, 10m, 15m, 30m, or once daily).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📊 Publisher Ad Manager (/ad-manager)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Tokenized Access Link: </a:t>
            </a:r>
            <a:r>
              <a:rPr sz="1300">
                <a:solidFill>
                  <a:srgbClr val="DCD8F2"/>
                </a:solidFill>
              </a:rPr>
              <a:t>Approved advertisers receive a secure access link sent to their registered email.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Live Performance Stats: </a:t>
            </a:r>
            <a:r>
              <a:rPr sz="1300">
                <a:solidFill>
                  <a:srgbClr val="DCD8F2"/>
                </a:solidFill>
              </a:rPr>
              <a:t>Track real-time ad impressions, clicks, and Click-Through-Rate (CTR).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Daily Summary Emails: </a:t>
            </a:r>
            <a:r>
              <a:rPr sz="1300">
                <a:solidFill>
                  <a:srgbClr val="DCD8F2"/>
                </a:solidFill>
              </a:rPr>
              <a:t>Automated daily email reports dispatch campaign analytics.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Create More Ads: </a:t>
            </a:r>
            <a:r>
              <a:rPr sz="1300">
                <a:solidFill>
                  <a:srgbClr val="DCD8F2"/>
                </a:solidFill>
              </a:rPr>
              <a:t>Advertisers can launch additional ad campaigns directly inside their manager.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D38F"/>
                </a:solidFill>
              </a:defRPr>
            </a:pPr>
            <a:r>
              <a:t>MEMBER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to Use the Website &amp; Mobile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700" b="1">
                <a:solidFill>
                  <a:srgbClr val="E8B95F"/>
                </a:solidFill>
              </a:defRPr>
            </a:pPr>
            <a:r>
              <a:t>🌐 Step 1: Access Platform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Visit Website: </a:t>
            </a:r>
            <a:r>
              <a:rPr sz="1200">
                <a:solidFill>
                  <a:srgbClr val="DCD8F2"/>
                </a:solidFill>
              </a:rPr>
              <a:t>Open the website on any desktop or phone browser.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Download Mobile App: </a:t>
            </a:r>
            <a:r>
              <a:rPr sz="1200">
                <a:solidFill>
                  <a:srgbClr val="DCD8F2"/>
                </a:solidFill>
              </a:rPr>
              <a:t>Get the app on Google Play Store for Android.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Dismissible Banner: </a:t>
            </a:r>
            <a:r>
              <a:rPr sz="1200">
                <a:solidFill>
                  <a:srgbClr val="DCD8F2"/>
                </a:solidFill>
              </a:rPr>
              <a:t>Floating Google Play button available for instant app download.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700" b="1">
                <a:solidFill>
                  <a:srgbClr val="E8B95F"/>
                </a:solidFill>
              </a:defRPr>
            </a:pPr>
            <a:r>
              <a:t>📖 Step 2: Engage &amp; Study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Watch Media Reels: </a:t>
            </a:r>
            <a:r>
              <a:rPr sz="1200">
                <a:solidFill>
                  <a:srgbClr val="DCD8F2"/>
                </a:solidFill>
              </a:rPr>
              <a:t>Swipe through video clips, worship moments, and testimonies.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Read / Listen to Bible: </a:t>
            </a:r>
            <a:r>
              <a:rPr sz="1200">
                <a:solidFill>
                  <a:srgbClr val="DCD8F2"/>
                </a:solidFill>
              </a:rPr>
              <a:t>Open Bible tab, pick translation, and tap 🔊 Play Audio.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Join Live Broadcasts: </a:t>
            </a:r>
            <a:r>
              <a:rPr sz="1200">
                <a:solidFill>
                  <a:srgbClr val="DCD8F2"/>
                </a:solidFill>
              </a:rPr>
              <a:t>Tap 'Watch Live' during service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28416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700" b="1">
                <a:solidFill>
                  <a:srgbClr val="E8B95F"/>
                </a:solidFill>
              </a:defRPr>
            </a:pPr>
            <a:r>
              <a:t>🤝 Step 3: Connect &amp; Give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Prayer Requests: </a:t>
            </a:r>
            <a:r>
              <a:rPr sz="1200">
                <a:solidFill>
                  <a:srgbClr val="DCD8F2"/>
                </a:solidFill>
              </a:rPr>
              <a:t>Submit prayer requests privately or on the public Prayer Wall.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Give Tithes &amp; Offerings: </a:t>
            </a:r>
            <a:r>
              <a:rPr sz="1200">
                <a:solidFill>
                  <a:srgbClr val="DCD8F2"/>
                </a:solidFill>
              </a:rPr>
              <a:t>Tap Give to pay online or upload bank receipt.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3D38F"/>
                </a:solidFill>
              </a:rPr>
              <a:t>• Place an Ad: </a:t>
            </a:r>
            <a:r>
              <a:rPr sz="1200">
                <a:solidFill>
                  <a:srgbClr val="DCD8F2"/>
                </a:solidFill>
              </a:rPr>
              <a:t>Submit vertical ads to promote your business.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D38F"/>
                </a:solidFill>
              </a:defRPr>
            </a:pPr>
            <a:r>
              <a:t>ADMINISTRATION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Pastoral &amp; Church Management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📈 Growth &amp; Follow-Up Tracking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Service Attendance Logger: </a:t>
            </a:r>
            <a:r>
              <a:rPr sz="1300">
                <a:solidFill>
                  <a:srgbClr val="DCD8F2"/>
                </a:solidFill>
              </a:rPr>
              <a:t>Track attendance split by gender (Males / Females) per service.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Newcomer Follow-Up Queue: </a:t>
            </a:r>
            <a:r>
              <a:rPr sz="1300">
                <a:solidFill>
                  <a:srgbClr val="DCD8F2"/>
                </a:solidFill>
              </a:rPr>
              <a:t>Track first-time guests with status pipeline (New → Contacted → Returned).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WhatsApp Tap-to-Chat: </a:t>
            </a:r>
            <a:r>
              <a:rPr sz="1300">
                <a:solidFill>
                  <a:srgbClr val="DCD8F2"/>
                </a:solidFill>
              </a:rPr>
              <a:t>Instant WhatsApp links for pastoral follow-up directly from the dashboard.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Shareable CSV Reports: </a:t>
            </a:r>
            <a:r>
              <a:rPr sz="1300">
                <a:solidFill>
                  <a:srgbClr val="DCD8F2"/>
                </a:solidFill>
              </a:rPr>
              <a:t>Generate Google-Forms style shareable CSV links for leadership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61326"/>
          </a:solidFill>
          <a:ln>
            <a:solidFill>
              <a:srgbClr val="2C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8B95F"/>
                </a:solidFill>
              </a:defRPr>
            </a:pPr>
            <a:r>
              <a:t>🛡️ Security &amp; Communications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Security Unblock PIN: </a:t>
            </a:r>
            <a:r>
              <a:rPr sz="1300">
                <a:solidFill>
                  <a:srgbClr val="DCD8F2"/>
                </a:solidFill>
              </a:rPr>
              <a:t>4-6 digit PIN allows users/admins to self-unblock if account/IP is locked.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Email OTP Password Reset: </a:t>
            </a:r>
            <a:r>
              <a:rPr sz="1300">
                <a:solidFill>
                  <a:srgbClr val="DCD8F2"/>
                </a:solidFill>
              </a:rPr>
              <a:t>6-digit OTP delivery to primary/backup emails with PIN fallback.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cPanel Corporate Email: </a:t>
            </a:r>
            <a:r>
              <a:rPr sz="1300">
                <a:solidFill>
                  <a:srgbClr val="DCD8F2"/>
                </a:solidFill>
              </a:rPr>
              <a:t>Auto-creates corporate emails (e.g. admin@domain) on registration approval.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3D38F"/>
                </a:solidFill>
              </a:rPr>
              <a:t>• Push Notifications Wizard: </a:t>
            </a:r>
            <a:r>
              <a:rPr sz="1300">
                <a:solidFill>
                  <a:srgbClr val="DCD8F2"/>
                </a:solidFill>
              </a:rPr>
              <a:t>Firebase Cloud Messaging integration for real-time app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61326"/>
          </a:solidFill>
          <a:ln w="19050">
            <a:solidFill>
              <a:srgbClr val="E8B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998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D38F"/>
                </a:solidFill>
              </a:defRPr>
            </a:pPr>
            <a:r>
              <a:t>GET STARTED TODAY</a:t>
            </a:r>
          </a:p>
          <a:p>
            <a:pPr algn="ctr"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Download the Mobile App &amp; Join Us Online!</a:t>
            </a:r>
          </a:p>
          <a:p>
            <a:pPr algn="ctr">
              <a:spcBef>
                <a:spcPts val="2000"/>
              </a:spcBef>
              <a:defRPr sz="1800">
                <a:solidFill>
                  <a:srgbClr val="DCD8F2"/>
                </a:solidFill>
              </a:defRPr>
            </a:pPr>
            <a:r>
              <a:t>1. Scan QR Code / Search on Google Play Store</a:t>
            </a:r>
            <a:br/>
            <a:r>
              <a:t>2. Explore Media Reels, Audio Bible &amp; Events</a:t>
            </a:r>
            <a:br/>
            <a:r>
              <a:t>3. Share with Family, Friends &amp; Church Members</a:t>
            </a:r>
          </a:p>
          <a:p>
            <a:pPr algn="ctr">
              <a:spcBef>
                <a:spcPts val="2400"/>
              </a:spcBef>
              <a:defRPr sz="2200" b="1">
                <a:solidFill>
                  <a:srgbClr val="E8B95F"/>
                </a:solidFill>
              </a:defRPr>
            </a:pPr>
            <a:r>
              <a:t>Thank You &amp; God Bless Our Ministry!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